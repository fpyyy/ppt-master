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262" r:id="rId4"/>
    <p:sldId id="258" r:id="rId6"/>
    <p:sldId id="259" r:id="rId7"/>
    <p:sldId id="264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4"/>
        <p:guide pos="386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print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◀ BIT ▶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◀ BIT ▶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3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272478" y="6308389"/>
            <a:ext cx="1629576" cy="198576"/>
            <a:chOff x="10272478" y="6308389"/>
            <a:chExt cx="1629576" cy="198576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71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7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6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6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46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47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eaLnBrk="0" fontAlgn="base" hangingPunct="0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请在此输入副标题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答辩人：北小理　　　导　师：京小工　　　时间：</a:t>
            </a:r>
            <a:fld id="{D59A35C6-7D58-4C95-A60A-B688BEF8C3D6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35847" y="2924237"/>
            <a:ext cx="5844097" cy="511814"/>
            <a:chOff x="5181690" y="2820871"/>
            <a:chExt cx="6290318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r>
                <a:rPr lang="en-US" altLang="zh-CN" sz="2400" dirty="0">
                  <a:latin typeface="Century Gothic" panose="020B0502020202020204" pitchFamily="34" charset="0"/>
                </a:rPr>
                <a:t>1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025662" y="2880873"/>
              <a:ext cx="5446346" cy="413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eaLnBrk="0" fontAlgn="base" hangingPunct="0"/>
              <a:r>
                <a:rPr lang="zh-CN" altLang="en-US" sz="2400" b="1" spc="300" dirty="0">
                  <a:latin typeface="+mj-ea"/>
                  <a:ea typeface="+mj-ea"/>
                </a:rPr>
                <a:t>研究背景与目的</a:t>
              </a:r>
              <a:endParaRPr lang="zh-CN" altLang="en-US" sz="2400" b="1" spc="300" dirty="0">
                <a:solidFill>
                  <a:schemeClr val="accent3"/>
                </a:solidFill>
                <a:latin typeface="Century Gothic" panose="020B0502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137763" y="3642259"/>
            <a:ext cx="5844097" cy="511814"/>
            <a:chOff x="5181690" y="3693789"/>
            <a:chExt cx="6290318" cy="550893"/>
          </a:xfrm>
        </p:grpSpPr>
        <p:sp>
          <p:nvSpPr>
            <p:cNvPr id="5" name="椭圆 4"/>
            <p:cNvSpPr/>
            <p:nvPr/>
          </p:nvSpPr>
          <p:spPr>
            <a:xfrm>
              <a:off x="5181690" y="3693789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r>
                <a:rPr lang="en-US" altLang="zh-CN" sz="2400" dirty="0">
                  <a:latin typeface="Century Gothic" panose="020B0502020202020204" pitchFamily="34" charset="0"/>
                </a:rPr>
                <a:t>2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025662" y="3748369"/>
              <a:ext cx="5446346" cy="413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eaLnBrk="0" fontAlgn="base" hangingPunct="0"/>
              <a:r>
                <a:rPr lang="zh-CN" altLang="en-US" sz="2400" b="1" spc="300" dirty="0">
                  <a:latin typeface="+mj-ea"/>
                  <a:ea typeface="+mj-ea"/>
                </a:rPr>
                <a:t>研究内容与方法</a:t>
              </a:r>
              <a:endParaRPr lang="zh-CN" altLang="en-US" sz="2400" b="1" spc="300" dirty="0">
                <a:latin typeface="+mj-ea"/>
                <a:ea typeface="+mj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135847" y="4361345"/>
            <a:ext cx="5853574" cy="511814"/>
            <a:chOff x="5184190" y="4548742"/>
            <a:chExt cx="6300518" cy="550893"/>
          </a:xfrm>
        </p:grpSpPr>
        <p:sp>
          <p:nvSpPr>
            <p:cNvPr id="6" name="椭圆 5"/>
            <p:cNvSpPr/>
            <p:nvPr/>
          </p:nvSpPr>
          <p:spPr>
            <a:xfrm>
              <a:off x="5184190" y="4548742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r>
                <a:rPr lang="en-US" altLang="zh-CN" sz="2400" dirty="0">
                  <a:latin typeface="Century Gothic" panose="020B0502020202020204" pitchFamily="34" charset="0"/>
                </a:rPr>
                <a:t>3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025662" y="4608744"/>
              <a:ext cx="5459046" cy="413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eaLnBrk="0" fontAlgn="base" hangingPunct="0"/>
              <a:r>
                <a:rPr lang="zh-CN" altLang="en-US" sz="2400" b="1" spc="300" dirty="0">
                  <a:latin typeface="+mj-ea"/>
                  <a:ea typeface="+mj-ea"/>
                </a:rPr>
                <a:t>实验结果与分析</a:t>
              </a:r>
              <a:endParaRPr lang="zh-CN" altLang="en-US" sz="2400" b="1" spc="300" dirty="0">
                <a:solidFill>
                  <a:schemeClr val="accent3"/>
                </a:solidFill>
                <a:latin typeface="Century Gothic" panose="020B0502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135847" y="5077767"/>
            <a:ext cx="5844097" cy="511814"/>
            <a:chOff x="5181690" y="5404127"/>
            <a:chExt cx="6290318" cy="550893"/>
          </a:xfrm>
        </p:grpSpPr>
        <p:sp>
          <p:nvSpPr>
            <p:cNvPr id="7" name="椭圆 6"/>
            <p:cNvSpPr/>
            <p:nvPr/>
          </p:nvSpPr>
          <p:spPr>
            <a:xfrm>
              <a:off x="5181690" y="5404127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r>
                <a:rPr lang="en-US" altLang="zh-CN" sz="2400" dirty="0">
                  <a:latin typeface="Century Gothic" panose="020B0502020202020204" pitchFamily="34" charset="0"/>
                </a:rPr>
                <a:t>4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025662" y="5469119"/>
              <a:ext cx="5446346" cy="413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eaLnBrk="0" fontAlgn="base" hangingPunct="0"/>
              <a:r>
                <a:rPr lang="zh-CN" altLang="en-US" sz="2400" b="1" spc="300" dirty="0">
                  <a:latin typeface="+mj-ea"/>
                  <a:ea typeface="+mj-ea"/>
                </a:rPr>
                <a:t>问题与讨论</a:t>
              </a:r>
              <a:endParaRPr lang="zh-CN" altLang="en-US" sz="2400" b="1" spc="300" dirty="0">
                <a:solidFill>
                  <a:schemeClr val="accent3"/>
                </a:solidFill>
                <a:latin typeface="Century Gothic" panose="020B0502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135847" y="5794189"/>
            <a:ext cx="5844097" cy="511814"/>
            <a:chOff x="5181690" y="5404127"/>
            <a:chExt cx="6290318" cy="550893"/>
          </a:xfrm>
        </p:grpSpPr>
        <p:sp>
          <p:nvSpPr>
            <p:cNvPr id="21" name="椭圆 20"/>
            <p:cNvSpPr/>
            <p:nvPr/>
          </p:nvSpPr>
          <p:spPr>
            <a:xfrm>
              <a:off x="5181690" y="5404127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r>
                <a:rPr lang="en-US" altLang="zh-CN" sz="2400" dirty="0">
                  <a:latin typeface="Century Gothic" panose="020B0502020202020204" pitchFamily="34" charset="0"/>
                </a:rPr>
                <a:t>5</a:t>
              </a:r>
              <a:endParaRPr lang="zh-CN" alt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025662" y="5469119"/>
              <a:ext cx="5446346" cy="413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eaLnBrk="0" fontAlgn="base" hangingPunct="0"/>
              <a:r>
                <a:rPr lang="zh-CN" altLang="en-US" sz="2400" b="1" spc="300" dirty="0">
                  <a:latin typeface="+mj-ea"/>
                  <a:ea typeface="+mj-ea"/>
                </a:rPr>
                <a:t>总结与展望</a:t>
              </a:r>
              <a:endParaRPr lang="zh-CN" altLang="en-US" sz="2400" b="1" spc="300" dirty="0">
                <a:solidFill>
                  <a:schemeClr val="accent3"/>
                </a:solidFill>
                <a:latin typeface="Century Gothic" panose="020B0502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23" name="文本占位符 5"/>
          <p:cNvSpPr txBox="1"/>
          <p:nvPr/>
        </p:nvSpPr>
        <p:spPr>
          <a:xfrm>
            <a:off x="1678166" y="3775845"/>
            <a:ext cx="2762739" cy="914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6000" b="1" kern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4" name="文本占位符 8"/>
          <p:cNvSpPr txBox="1"/>
          <p:nvPr/>
        </p:nvSpPr>
        <p:spPr>
          <a:xfrm>
            <a:off x="2063073" y="4793977"/>
            <a:ext cx="1992924" cy="3608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2000" b="0" kern="1200" baseline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altLang="zh-CN"/>
              <a:t>CONTENTS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767873" y="5369423"/>
            <a:ext cx="583324" cy="617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/>
            <a:endParaRPr lang="zh-CN" altLang="en-US" sz="180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3662994" y="4283909"/>
            <a:ext cx="4892610" cy="782043"/>
            <a:chOff x="5181690" y="2820871"/>
            <a:chExt cx="3446492" cy="550893"/>
          </a:xfrm>
        </p:grpSpPr>
        <p:sp>
          <p:nvSpPr>
            <p:cNvPr id="4" name="椭圆 3"/>
            <p:cNvSpPr/>
            <p:nvPr/>
          </p:nvSpPr>
          <p:spPr>
            <a:xfrm>
              <a:off x="5181690" y="2820871"/>
              <a:ext cx="550893" cy="5508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/>
              <a:r>
                <a:rPr lang="en-US" altLang="zh-CN" sz="4400" dirty="0">
                  <a:latin typeface="Century Gothic" panose="020B0502020202020204" pitchFamily="34" charset="0"/>
                </a:rPr>
                <a:t>1</a:t>
              </a:r>
              <a:endParaRPr lang="zh-CN" altLang="en-US" sz="44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88603" y="2888229"/>
              <a:ext cx="2639579" cy="3902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eaLnBrk="0" fontAlgn="base" hangingPunct="0"/>
              <a:r>
                <a:rPr lang="zh-CN" altLang="en-US" sz="3600" b="1" spc="300" dirty="0">
                  <a:latin typeface="+mj-ea"/>
                  <a:ea typeface="+mj-ea"/>
                </a:rPr>
                <a:t>研究背景与目的</a:t>
              </a:r>
              <a:endParaRPr lang="zh-CN" altLang="en-US" sz="3600" b="1" spc="300" dirty="0">
                <a:solidFill>
                  <a:schemeClr val="accent3"/>
                </a:solidFill>
                <a:latin typeface="Century Gothic" panose="020B0502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一段文字</a:t>
            </a:r>
            <a:endParaRPr lang="zh-CN" altLang="en-US" dirty="0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833795" y="2336758"/>
            <a:ext cx="85244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/>
            <a:r>
              <a:rPr lang="zh-CN" altLang="en-US" sz="4400" dirty="0">
                <a:solidFill>
                  <a:schemeClr val="bg1"/>
                </a:solidFill>
                <a:latin typeface="+mn-ea"/>
                <a:ea typeface="+mn-ea"/>
              </a:rPr>
              <a:t>谢谢观看</a:t>
            </a:r>
            <a:endParaRPr lang="en-US" altLang="zh-CN" sz="4400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 eaLnBrk="0" fontAlgn="base" hangingPunct="0"/>
            <a:r>
              <a:rPr lang="zh-CN" altLang="en-US" sz="4400" dirty="0">
                <a:solidFill>
                  <a:schemeClr val="bg1"/>
                </a:solidFill>
                <a:latin typeface="+mn-ea"/>
                <a:ea typeface="+mn-ea"/>
              </a:rPr>
              <a:t>敬请各位老师批评指正</a:t>
            </a:r>
            <a:endParaRPr lang="zh-CN" altLang="en-US" sz="4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52591" y="4089237"/>
            <a:ext cx="2100625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lnSpc>
                <a:spcPct val="130000"/>
              </a:lnSpc>
            </a:pPr>
            <a:r>
              <a:rPr lang="zh-CN" altLang="en-US" sz="1200" spc="100" dirty="0">
                <a:solidFill>
                  <a:schemeClr val="bg1"/>
                </a:solidFill>
                <a:latin typeface="+mn-ea"/>
                <a:ea typeface="微软雅黑" panose="020B0503020204020204" charset="-122"/>
                <a:cs typeface="+mn-ea"/>
                <a:sym typeface="+mn-lt"/>
              </a:rPr>
              <a:t>答辩人：北小理</a:t>
            </a:r>
            <a:endParaRPr lang="en-US" altLang="zh-CN" sz="1200" spc="100" dirty="0">
              <a:solidFill>
                <a:schemeClr val="bg1"/>
              </a:solidFill>
              <a:latin typeface="+mn-ea"/>
              <a:ea typeface="微软雅黑" panose="020B0503020204020204" charset="-122"/>
              <a:cs typeface="+mn-ea"/>
              <a:sym typeface="+mn-lt"/>
            </a:endParaRPr>
          </a:p>
          <a:p>
            <a:pPr algn="ctr" eaLnBrk="0" fontAlgn="base" hangingPunct="0">
              <a:lnSpc>
                <a:spcPct val="130000"/>
              </a:lnSpc>
            </a:pPr>
            <a:r>
              <a:rPr lang="zh-CN" altLang="en-US" sz="1200" spc="100" dirty="0">
                <a:solidFill>
                  <a:schemeClr val="bg1"/>
                </a:solidFill>
                <a:latin typeface="+mn-ea"/>
                <a:ea typeface="微软雅黑" panose="020B0503020204020204" charset="-122"/>
                <a:cs typeface="+mn-ea"/>
                <a:sym typeface="+mn-lt"/>
              </a:rPr>
              <a:t>导　师：京小工</a:t>
            </a:r>
            <a:endParaRPr lang="zh-CN" altLang="en-US" sz="1200" spc="100" dirty="0">
              <a:solidFill>
                <a:schemeClr val="bg1"/>
              </a:solidFill>
              <a:latin typeface="+mn-ea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ll/>
  </p:transition>
</p:sld>
</file>

<file path=ppt/tags/tag1.xml><?xml version="1.0" encoding="utf-8"?>
<p:tagLst xmlns:p="http://schemas.openxmlformats.org/presentationml/2006/main">
  <p:tag name="PA" val="v5.1.2"/>
</p:tagLst>
</file>

<file path=ppt/tags/tag2.xml><?xml version="1.0" encoding="utf-8"?>
<p:tagLst xmlns:p="http://schemas.openxmlformats.org/presentationml/2006/main">
  <p:tag name="PA" val="v5.1.2"/>
</p:tagLst>
</file>

<file path=ppt/tags/tag3.xml><?xml version="1.0" encoding="utf-8"?>
<p:tagLst xmlns:p="http://schemas.openxmlformats.org/presentationml/2006/main">
  <p:tag name="PA" val="v5.1.2"/>
</p:tagLst>
</file>

<file path=ppt/tags/tag4.xml><?xml version="1.0" encoding="utf-8"?>
<p:tagLst xmlns:p="http://schemas.openxmlformats.org/presentationml/2006/main">
  <p:tag name="PA" val="v5.1.2"/>
</p:tagLst>
</file>

<file path=ppt/tags/tag5.xml><?xml version="1.0" encoding="utf-8"?>
<p:tagLst xmlns:p="http://schemas.openxmlformats.org/presentationml/2006/main">
  <p:tag name="PA" val="v5.1.2"/>
</p:tagLst>
</file>

<file path=ppt/tags/tag6.xml><?xml version="1.0" encoding="utf-8"?>
<p:tagLst xmlns:p="http://schemas.openxmlformats.org/presentationml/2006/main">
  <p:tag name="PA" val="v5.1.2"/>
</p:tagLst>
</file>

<file path=ppt/tags/tag7.xml><?xml version="1.0" encoding="utf-8"?>
<p:tagLst xmlns:p="http://schemas.openxmlformats.org/presentationml/2006/main">
  <p:tag name="PA" val="v5.1.2"/>
</p:tagLst>
</file>

<file path=ppt/tags/tag8.xml><?xml version="1.0" encoding="utf-8"?>
<p:tagLst xmlns:p="http://schemas.openxmlformats.org/presentationml/2006/main">
  <p:tag name="PA" val="v5.1.2"/>
</p:tagLst>
</file>

<file path=ppt/tags/tag9.xml><?xml version="1.0" encoding="utf-8"?>
<p:tagLst xmlns:p="http://schemas.openxmlformats.org/presentationml/2006/main">
  <p:tag name="PA" val="v5.1.2"/>
</p:tagLst>
</file>

<file path=ppt/tags/tag10.xml><?xml version="1.0" encoding="utf-8"?>
<p:tagLst xmlns:p="http://schemas.openxmlformats.org/presentationml/2006/main">
  <p:tag name="PA" val="v5.1.2"/>
</p:tagLst>
</file>

<file path=ppt/tags/tag11.xml><?xml version="1.0" encoding="utf-8"?>
<p:tagLst xmlns:p="http://schemas.openxmlformats.org/presentationml/2006/main">
  <p:tag name="PA" val="v5.1.2"/>
</p:tagLst>
</file>

<file path=ppt/theme/theme1.xml><?xml version="1.0" encoding="utf-8"?>
<a:theme xmlns:a="http://schemas.openxmlformats.org/drawingml/2006/main" name="目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WPS 演示</Application>
  <PresentationFormat>宽屏</PresentationFormat>
  <Paragraphs>42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Century Gothic</vt:lpstr>
      <vt:lpstr>微软雅黑 Light</vt:lpstr>
      <vt:lpstr>KSOF90260C50</vt:lpstr>
      <vt:lpstr>Segoe Print</vt:lpstr>
      <vt:lpstr>Wingdings 3</vt:lpstr>
      <vt:lpstr>Symbol</vt:lpstr>
      <vt:lpstr>目2​​</vt:lpstr>
      <vt:lpstr>封2​​</vt:lpstr>
      <vt:lpstr>北京理工大学 毕业设计论文答辩模板</vt:lpstr>
      <vt:lpstr>PowerPoint 演示文稿</vt:lpstr>
      <vt:lpstr>PowerPoint 演示文稿</vt:lpstr>
      <vt:lpstr>一段文字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微信用户</cp:lastModifiedBy>
  <cp:revision>157</cp:revision>
  <dcterms:created xsi:type="dcterms:W3CDTF">2019-06-19T02:08:00Z</dcterms:created>
  <dcterms:modified xsi:type="dcterms:W3CDTF">2026-05-07T14:53:48Z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7AABED06C15A4757B32C3E0EC0A33A4A_11</vt:lpwstr>
  </property>
</Properties>
</file>